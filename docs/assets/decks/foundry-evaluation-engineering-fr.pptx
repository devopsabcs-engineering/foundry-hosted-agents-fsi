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Prévoir 3 à 4 heures avec l'Atelier 19. Données et montants synthétiques, non contraignants. Rédaction assistée par IA, sans assistant de code requis pour les apprenants. Le graphe conservé est déterministe : contrats métier directs, juges modèles pour la qualité observable adaptée.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ce que prouve 100 %. Réponse : les critères mesurés sur cet échantillon versionné seulement. Utiliser le guide et les exercices 19.1 à 19.10. Accès et budget approuvés requis pour le réel.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graphe LangGraph ne tarifie pas avec un LLM. Les messages EN/FR sont bornés. Ici, le LLM est le juge. Compétences, mémoire et File Search sont isolés. Calcul et persistance restent dans COMPOSITION.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unitaire décrit une portée, pas le déterminisme. Une évaluation d'agent peut utiliser du code déterministe. Température zéro et graine ne garantissent pas une identité après changement du service. Réseau, RBAC et état peuvent aussi varier.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note modèle n'est pas un oracle de calcul ou d'autorisation. Vérifier champs et transitions par calculateur, CaseStore et API. Un schéma valide ne prouve pas la justesse. Ces invariants restent stricts même avec des composants génératifs futurs.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peu coûteux et déterministe. Ajouter le coût seulement quand l'oracle le nécessite. Les couches se complètent; elles ne remplacent pas les précédentes. Affecter chaque assertion de la fiche à une couche.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 source des messages au demandeur. L'injection ne donne aucun droit d'approuver. Ajouter langues, rôles et états. Réserver CASE004 à l'acceptation isolée; ne pas écraser un dossier révisé avec les attentes de la fixture originale.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repérer le jugement circulaire. Un prix inventé copié dans le contexte peut être récompensé par groundedness. Les faits de fixture, règles et politique doivent être indépendants, versionnés et traçables.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réserve inspectée continuellement n'est plus inédite. Éviter de régler les seuils sur le jeu de livraison. Garder couverture, étiquettes et versions. Un jeu modifié exige une nouvelle référence.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les commandes PowerShell exactes de l'Atelier 19.2. Les exclusions Cosmos sont des limites explicites. Un succès simulé ne prouve pas le déploiement. Ne pas valider les changements incidents du rapport généré.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dépôt utilise AIProjectClient.get_openai_client et evals.create / evals.runs.create. Rejeter les corps d'erreur HTTP200 et langues absentes avant le juge. Garder captures et échecs dans des répertoires nouveaux.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Suivre les dix étapes du guide. L'agent actuel a un onglet Evaluation; Evaluate existe aussi au niveau projet. Libellés et compatibilité varient selon l'expérience/préversion. Utiliser le SDK vérifié si le portail ne peut exprimer le protocole.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livraison utilise projects2.6.0, openai3.6.0, identity1.25.3. Ne pas déclarer l'autre SDK obsolète sans preuve officielle. Vérifier versions installées et documentation avant adaptation. Aucun changement de dépendance de production.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Consulter les extraits exacts du guide. azure_ai_groundedness est un type inventé. Des exemples récents utilisent model ou des types enveloppes : ne pas les mélanger sans vérification. Un grand jeu exige une référence fichier compatible réelle.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affirmation fausse mais cohérente peut réussir coherence. Exiger séparément absence de prix et d'approbation. Inspecter note, seuil et justification propres à la métrique, sans supposer une échelle universelle.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capture aplatit la carte bilingue pour task adherence. Langue absente signifie erreur, pas remplacement silencieux. Comparer même segment et vérité indépendante dans chaque langue. Une différence de format n'est pas automatiquement sémantique.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L'endpoint invoque le déploiement courant. Un nom de déploiement peut changer de modèle. Le fichier identité ne capture pas automatiquement toutes les versions effectives : exporter la configuration et déclarer les limites. traceparent demandé ne prouve pas l'ingestion.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validate_completion rejette absences, doublons, erreurs et notes invalides. validate_results ajoute la politique de taux. Zéro ligne n'est pas un succès. Une panne n'est pas une note numérique à supprimer du rapport.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 peut échouer sur la qualité tout en conservant des notes consultatives. Un contrôle distinct exige la complétude EN/FR. continue-on-error n'autorise pas une preuve manquante. Durcir la politique serait un changement séparé approuvé.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Conserver les deux essais et corrélations. Il s'agit d'une relance opérationnelle, pas d'échantillonner jusqu'au vert. Livraison finale stagingv6/productionv7. L'ancien 0/10 utilise un autre contrat et n'est pas une référence comparable.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Étiqueter l'attendu par métrique. Une réponse modifiée est un contrôle synthétique; son ancien ID natif ne prouve plus ce texte. Ne pas présenter une réécriture comme capture authentique.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L'Atelier 18.2 exige les vrais artefacts. Sinon la reproduction est bloquée, sans référence inventée. Corriger corpus/instructions ne transforme pas le contrôle historique en réussite. Il s'agit du RAG isolé, pas du graphe de soumission.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Quel défaut coûte le plus? Une fausse acceptation d'approbation importe plus qu'une formulation bénigne. Calibrer selon le risque, pas après avoir vu le candidat. L'injection dans une réponse ne doit pas redéfinir la grille.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 complet recapture l'agent et n'isole donc pas le juge. L'Atelier 19.8 fournit le code de réutilisation et d'inspection. Répertoires nouveaux et nombre d'essais prédéfini; pas d'écrasement ni d'arrêt au premier succès.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Calculer Wilson dans l'Atelier 19.8. Ne pas traiter trente notes corrélées comme trente cas indépendants. Analyse appariée ou bootstrap par grappes conserve cette dépendance. Un invariant strict ne se négocie pas contre un intervalle.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Masquer/randomiser l'ordre si possible pour réduire le biais. Présenter raisons et défauts revus par cas, pas seulement delta moyen. Les répétitions ne réparent ni vérité invalide ni couverture absente.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Trente jugements est une estimation nominale, pas un prix fixe. Le graphe ne tarifie pas par LLM, mais ses juges coûtent. Figer clés de cache et indiquer les captures réutilisées, sans nouvelle inférence.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CASE004 production a été vérifié : ancien110000 non actuel, correction TRAINING_BASIC puis200/PENDING_REVIEW/READY/90000, IDs concordants, auto-approbation403. Ne pas rejouer aveuglément sur révision2 ni vider les fixtures partagées.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L'Atelier 18 exporte des spans réellement ingérés et reconstruit un cas synthétique, pas un prompt privé original. Ne pas inventer de spans modèle. Sans format de trajectoire requis, cette dimension reste non mesurée.
Guide: https://devopsabcs-engineering.github.io/foundry-hosted-agents-fsi/fr/evaluation-guide.html
Lab 19: https://devopsabcs-engineering.github.io/foundry-hosted-agents-fsi/fr/labs/lab-19-evaluation-engineering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SystemError concerne la fiabilité, pas une note numérique de qualité modèle. Ne pas élargir l'accès pour diagnostiquer. Un échantillonnage réel exige confidentialité/conservation approuvées. L'atelier reste synthétique.
Guide: https://devopsabcs-engineering.github.io/foundry-hosted-agents-fsi/fr/evaluation-guide.html
Lab 19: https://devopsabcs-engineering.github.io/foundry-hosted-agents-fsi/fr/labs/lab-19-evaluation-engineering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la fiche 19.10. La note ne suffit pas; trajectoire absente et contrôles échoués restent visibles. L'atelier n'autorise ni livraison, ni changement de contrôle, ni accès. Séparer exploitation et qualité.
Guide: https://devopsabcs-engineering.github.io/foundry-hosted-agents-fsi/fr/evaluation-guide.html
Lab 19: https://devopsabcs-engineering.github.io/foundry-hosted-agents-fsi/fr/labs/lab-19-evaluation-engineering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Réponses : A bloque sur l'autorisation. B sur la complétude. C nécessite correction ou décision explicite selon politique; la moyenne ne cache pas ce risque. D est admissible à la décision protégée, pas approuvé automatiquement par le juge.
Guide: https://devopsabcs-engineering.github.io/foundry-hosted-agents-fsi/fr/evaluation-guide.html
Lab 19: https://devopsabcs-engineering.github.io/foundry-hosted-agents-fsi/fr/labs/lab-19-evaluation-engineering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participant nomme un bug mieux détecté par test unitaire, un défaut sémantique manqué par texte exact, un faux positif du juge et une cause non LLM de variation. Séparer portée, incertitude et responsabilité.
Guide: https://devopsabcs-engineering.github.io/foundry-hosted-agents-fsi/fr/evaluation-guide.html
Lab 19: https://devopsabcs-engineering.github.io/foundry-hosted-agents-fsi/fr/labs/lab-19-evaluation-engineering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guide et l'atelier sont maintenus dans le dépôt et reliés au programme. Régénérer avec npm run build-evaluation-deck. Références officielles :
https://learn.microsoft.com/azure/foundry/how-to/evaluate-generative-ai-app
https://learn.microsoft.com/azure/foundry/observability/how-to/cloud-evaluation
https://learn.microsoft.com/azure/foundry/observability/how-to/cloud-evaluation-datasets
https://learn.microsoft.com/azure/foundry/concepts/built-in-evaluators
https://learn.microsoft.com/azure/foundry/concepts/evaluation-evaluators/agent-evaluators
https://learn.microsoft.com/azure/foundry/concepts/evaluation-evaluators/custom-evaluators
Preuves : https://github.com/devopsabcs-engineering/foundry-hosted-agents-fsi/wiki/Native-Foundry-Evidence-FR
Guide: https://devopsabcs-engineering.github.io/foundry-hosted-agents-fsi/fr/evaluation-guide.html
Lab 19: https://devopsabcs-engineering.github.io/foundry-hosted-agents-fsi/fr/labs/lab-19-evaluation-engineering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devopsabcs-engineering.github.io/foundry-hosted-agents-fsi/fr/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B3D"/>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91CEFF"/>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1371600"/>
            <a:ext cx="11064240" cy="1097280"/>
          </a:xfrm>
          <a:prstGeom prst="rect">
            <a:avLst/>
          </a:prstGeom>
          <a:noFill/>
          <a:ln/>
        </p:spPr>
        <p:txBody>
          <a:bodyPr wrap="square" lIns="0" tIns="0" rIns="0" bIns="0" rtlCol="0" anchor="ctr"/>
          <a:lstStyle/>
          <a:p>
            <a:pPr indent="0" marL="0">
              <a:buNone/>
            </a:pPr>
            <a:r>
              <a:rPr lang="en-US" sz="3600" b="1" dirty="0">
                <a:solidFill>
                  <a:srgbClr val="FFFFFF"/>
                </a:solidFill>
                <a:latin typeface="Segoe UI" pitchFamily="34" charset="0"/>
                <a:ea typeface="Segoe UI" pitchFamily="34" charset="-122"/>
                <a:cs typeface="Segoe UI" pitchFamily="34" charset="-120"/>
              </a:rPr>
              <a:t>Ingénierie de l'évaluation</a:t>
            </a:r>
            <a:endParaRPr lang="en-US" sz="3600" dirty="0"/>
          </a:p>
        </p:txBody>
      </p:sp>
      <p:sp>
        <p:nvSpPr>
          <p:cNvPr id="5" name="Text 3"/>
          <p:cNvSpPr/>
          <p:nvPr/>
        </p:nvSpPr>
        <p:spPr>
          <a:xfrm>
            <a:off x="594360" y="29260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Des contrats exacts aux juges Foundry calibrés</a:t>
            </a:r>
            <a:endParaRPr lang="en-US" sz="2200" dirty="0"/>
          </a:p>
        </p:txBody>
      </p:sp>
      <p:sp>
        <p:nvSpPr>
          <p:cNvPr id="6" name="Text 4"/>
          <p:cNvSpPr/>
          <p:nvPr/>
        </p:nvSpPr>
        <p:spPr>
          <a:xfrm>
            <a:off x="594360" y="36118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Agent de soumission | Atelier approfondi et guide pratique</a:t>
            </a:r>
            <a:endParaRPr lang="en-US" sz="2200" dirty="0"/>
          </a:p>
        </p:txBody>
      </p:sp>
      <p:sp>
        <p:nvSpPr>
          <p:cNvPr id="7" name="Text 5"/>
          <p:cNvSpPr/>
          <p:nvPr/>
        </p:nvSpPr>
        <p:spPr>
          <a:xfrm>
            <a:off x="594360" y="5212080"/>
            <a:ext cx="10972800" cy="640080"/>
          </a:xfrm>
          <a:prstGeom prst="rect">
            <a:avLst/>
          </a:prstGeom>
          <a:noFill/>
          <a:ln/>
        </p:spPr>
        <p:txBody>
          <a:bodyPr wrap="square" lIns="0" tIns="0" rIns="0" bIns="0" rtlCol="0" anchor="ctr"/>
          <a:lstStyle/>
          <a:p>
            <a:pPr indent="0" marL="0">
              <a:buNone/>
            </a:pPr>
            <a:r>
              <a:rPr lang="en-US" sz="1400" dirty="0">
                <a:solidFill>
                  <a:srgbClr val="91CEFF"/>
                </a:solidFill>
                <a:latin typeface="Segoe UI" pitchFamily="34" charset="0"/>
                <a:ea typeface="Segoe UI" pitchFamily="34" charset="-122"/>
                <a:cs typeface="Segoe UI" pitchFamily="34" charset="-120"/>
              </a:rPr>
              <a:t>CONTRATS EXACTS  /  JUGES CALIBRÉS  /  DÉCISIONS JUSTIFIÉES</a:t>
            </a:r>
            <a:endParaRPr lang="en-US" sz="1400" dirty="0"/>
          </a:p>
        </p:txBody>
      </p:sp>
      <p:sp>
        <p:nvSpPr>
          <p:cNvPr id="8" name="Text 6">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DDEEFF"/>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9" name="Text 7"/>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DDEEFF"/>
                </a:solidFill>
                <a:latin typeface="Segoe UI" pitchFamily="34" charset="0"/>
                <a:ea typeface="Segoe UI" pitchFamily="34" charset="-122"/>
                <a:cs typeface="Segoe UI" pitchFamily="34" charset="-120"/>
              </a:rPr>
              <a:t>1 / 34</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Ce que vous pourrez justifier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Choisir l'oracle avant l'évaluateur.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Créer une petite expérience native avec vérité indépendante.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Mettre le juge à l’épreuve, répéter et quantifier l’incertitude.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Recommander une livraison par les preuves, pas une capture verte.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 / 34</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Ce que fait réellement l’agent</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INTAKE : valider le dossier</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REFERENCE_LOOKUP : MCP lecture seule</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COMPOSITION : calculer et persister</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Décision employé : réviseur séparé</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 / 34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Déterministe versus stochastique</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Contrat exact</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Même entrée et état contrôlés</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Schéma, montant, transition, rôle</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Un invariant violé bloque</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Jugement échantillonné</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Génération ou juge variable</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Sens, ancrage, utilité</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Calibration et incertitude</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4 / 34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Un invariant strict n’est pas un sondage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Aucun montant inventé pour INCOMPLETE ou UNSUPPORTED.</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Aucune auto-approbation : préparateur et décideur distincts.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message demandeur ne divulgue pas la prime employé.</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Révision, ETag, idempotence et journal doivent concorder.</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5 / 34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 progression des preuves</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Contrats locaux et golden gate</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Réponse réelle et juges natifs</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Calibration et réserve répétée</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Acceptation avec état et suivi</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6 / 34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Cinq cas initiaux, pas une couverture complète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CASE-SYN-001 : READY; montant employé original 100000 cents.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CASE-SYN-003 / 005 : non pris en charge / régime absent, sans montant.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ID invalide : rejet avant recherche ou soumission.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Injection avec CASE-SYN-001 : accusé normal borné.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7 / 34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 vérité indépendante est la fondation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Séparer question, contexte fiable et réponse candidate.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statut attendu ne prouve pas une exécution cachée.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Faire revoir humainement les tests générés et leur oracle.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Ne jamais prendre la réponse candidate comme sa propre vérité.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8 / 34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Séparer développement, calibration et réserve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Développement : trouver et corriger les défauts.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Calibration : mesurer fausses acceptations et faux rejets.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Réserve : estimer la qualité sur des cas revus mais inédits.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Incidents : ajouter des cas versionnés sans réécrire le passé.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9 / 34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Point pratique : les contrôles peu coûteux</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 calculateur, CaseStore et contrats API reviewer.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 conversion, erreurs de capture et contrôle du juge.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python eval/evaluation_gate.py : 13 cas déterministes.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Arrêter sur un invariant avant de payer un juge.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10 / 34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Évaluation cloud native de bout en bout</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Convertir source EN / FR</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Capturer les vraies réponses</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Créer définition/essai; délai borné</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Récupérer chaque ligne et les IDs</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11 / 34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Portail : choisir, mapper, inspecter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Confirmer staging, locataire, version active et plafond de coût.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Choisir appel agent ou jeu de réponses déjà capturées.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Mapper question / contexte / réponse et évaluateurs disponibles.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Vérifier complétude, erreurs, raisons et export de provenance.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12 / 34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Ne pas mélanger les générations d’API</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Projects SDK et Evals natif : parcours cloud du dépôt.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azure-ai-evaluation expose un evaluate() local distinct.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Évaluateurs intégrés, code et grilles ont des schémas différents.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Préversion, région et version restent des limites.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13 / 34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Le contrat de l’évaluateur intégré</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type : azure_ai_evaluator; nom : builtin.groundedness.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Mapper contexte fiable et réponse dans la langue choisie.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code épinglé utilise initialization_parameters.deployment_name.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reçoit messages et output_items normalisés.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14 / 34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Trois métriques, trois questions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 l’accusé est-il logiquement compréhensible?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 : les faits indépendants le soutiennent-ils?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 respecte-t-il la tâche demandeur bornée?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Aucune ne prouve calcul, outils, persistance ou RBAC.</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15 / 34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Le bilinguisme n’est pas une moyenne unique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Convertir une source en essais EN et FR distincts.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Texte sélectionné en chaîne, pas carte bilingue brute.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Examiner défauts et mentions obligatoires par langue.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Une moyenne globale peut masquer une régression française.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16 / 34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Provenance : une étiquette n’est pas un épinglage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--version consigne seulement le déploiement observé.</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Réserver une fenêtre stable; vérifier version avant et après.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Figer source, jeu, grille, évaluateur et modèle juge.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Garder captures, IDs natifs/réponse et empreintes.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17 / 34</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Complétude et qualité sont deux contrôles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Complétude</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État terminal completed</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Lignes et métriques uniques attendues</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Aucune erreur ni exclusion</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Qualité</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Seuils par métrique calibrés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Faux positifs/négatifs par segment</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Révision humaine et incertitude</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18 / 34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Comprendre la politique existante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Déterminisme et preuve native incomplète bloquent.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Les notes natives complètes restent consultatives dans le workflow.</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--minimum-pass-rate 1.0 signifie 100 % des cas, pas une note 1/5.</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Approbation protégée et identité réelle restent obligatoires.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19 / 34</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Cas réel : panne service, pas défaut modèle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Livraison 39527950931, essai 1 : SystemError, aucune ligne notée.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 contrôle de complétude a bloqué la production.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Relance autorisée : seul job échoué, même code 2c3f13b.</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Essai 2 : EN/FR complets 5/5, puis promotion protégée.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20 / 34</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Défier le juge avec une fausse réponse élégante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Contrôle : « Approuvé; votre soumission finale de 900 CAD est envoyée. »</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Violations : approbation, prix divulgué et faux envoi.</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Groundedness/task adherence devraient rejeter ces affirmations.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peut réussir : fluidité n’est pas vérité.</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21 / 34</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Les faux positifs connus restent visibles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Les contrôles RAG conservés incluaient une mauvaise réponse.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 et groundedness_pro l’ont acceptée.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L’expérience de contrôle négatif a donc échoué.</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Conserver prédicats explicites et expertise humaine.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22 / 34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Mesurer la calibration, pas seulement la moyenne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Étiqueter cas valides, faux, incomplets et mauvaise langue.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Compter fausses acceptations et faux rejets par métrique/segment.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Inspecter les désaccords; masquer les labels du candidat si possible.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Conserver grille, seuils, modèle et échecs.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23 / 34</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Deux expériences de répétition différentes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Variance de génération</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Mêmes cas et état initial figés</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Nouvelles captures à chaque essai</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Juger et garder chaque réponse</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Variance du juge</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Mêmes captures immuables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Appeler evaluate(), pas capture()</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Consigner la réutilisation</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24 / 34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5/5 ne démontre pas la perfection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Wilson 95 % illustratif pour 5/5 : environ 0,57 à 1,00.</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Cet intervalle suppose des observations Bernoulli indépendantes.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Notes répétées d’un cas : corrélées, pas de nouveaux clients.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Présenter incertitude par cas et limites des préjudices rares.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25 / 34</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Comparer équitablement les candidats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Apparier ID stable, langue, essai et état initial contrôlé.</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Figer faits, grille, évaluateur et version du modèle juge.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Inspecter transitions réussite-échec, effet et incertitude.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Jeu/évaluateur modifié : nouvelle référence, pas amélioration.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26 / 34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Dépenser pour des preuves utiles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Contrats locaux et golden gate avant les juges payants.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Pilote : 5 cas × 2 langues × 1 essai × 3 métriques = 30 jugements.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Répétitions, longs contextes et relances augmentent le coût.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Réutiliser les captures; borner concurrence et budget.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27 / 34</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Régression avec état : le parcours de révision</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Retourner en DRAFT révision 2</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Vérifier visibilité actif / DRAFT</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Corriger et préparer par l’agent natif</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Journal concordant; auto-approbation refusée</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28 / 34</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 trajectoire exige une preuve réelle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Qualité finale et processus correct sont des questions différentes.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Choix/arguments outils exigent des traces réelles compatibles.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Vraies étapes : INTAKE, REFERENCE_LOOKUP, COMPOSITION.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ID demandé ou texte final ne prouvent pas l’ingestion.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29 / 34</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Exploiter plusieurs tableaux distincts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Service : disponibilité, latence, 401/403, quota, délais, coût.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Qualité : ancrage, tâche, segments linguistiques, corrections humaines.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Sécurité : violations déterministes et frontières de rôles.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Revoir la dérive et transformer les incidents vérifiés en tests.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30 / 34</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Votre recommandation de livraison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Nommer source, jeu, état, modèle et évaluateur exacts.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Présenter contrats, complétude, qualité, contrôles et incertitude.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Lister dimensions non mesurées, coût, pannes et risques.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Approuver, bloquer ou demander des preuves avec un responsable.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31 / 34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Discussion : quel candidat livrer?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 : juges 100 %, mais auto-approbation possible.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 : contrats stricts réussis, mais zéro ligne native notée.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 : résultats complets, une fausse acceptation à haut risque.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 : preuves complètes, segments stables, risques revus et approbation.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32 / 34</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Bilan : le vrai sens de non-régression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Énoncer contrat et conditions mesurés, pas « aucune régression possible ».</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Combiner tests exacts et jugements sémantiques.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Conserver contrôles et tentatives opérationnelles échoués.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Faire évoluer couverture, calibration et surveillance.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33 / 34</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INGÉNIERIE DE L’ÉVALUATION</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Emporter atelier, guide et preuves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Atelier 19 : dix exercices progressifs avec commandes exécutables.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Guide : portail, mappings SDK, politique et diagnostic.</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Présentation : PowerPoint EN/FR modifiables et notes formateur.</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Sources : liens Microsoft Learn officiels dans les notes.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Formation synthétique | Guide et Atelier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34 / 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Ingénierie de l'évaluation</dc:title>
  <dc:subject>Deterministic contracts, native Foundry evaluation and quote-agent regression prevention</dc:subject>
  <dc:creator>Foundry Hosted Agents FSI workshop</dc:creator>
  <cp:lastModifiedBy>Foundry Hosted Agents FSI workshop</cp:lastModifiedBy>
  <cp:revision>1</cp:revision>
  <dcterms:created xsi:type="dcterms:W3CDTF">2026-10-21T02:53:53Z</dcterms:created>
  <dcterms:modified xsi:type="dcterms:W3CDTF">2026-10-21T02:53:53Z</dcterms:modified>
</cp:coreProperties>
</file>