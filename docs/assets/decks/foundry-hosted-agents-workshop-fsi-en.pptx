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fixture, rulebook, and calculator output in this workshop is synthetic and non-binding. No regulator or insurer has reviewed or endorsed this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Retained release 39527950931 attempt 2, source 2c3f13b. Staging IQ is fsi-showcase-iq:2, not the quote agent. Production IQ is blocked by a missing Search query role. The original approved native red-team scan failed before scoring. Its approval does not authorize the new protocol shadow. Deferred work: https://github.com/devopsabcs-engineering/foundry-hosted-agents-fsi/issues/49
Evidence: https://devopsabcs-engineering.github.io/foundry-hosted-agents-fsi/showcase-evidence.html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3-4 hours for ten exercises. The practice rows are authored synthetic controls, not captured agent responses. Retained screenshots prove only their identified run.
Guide: https://devopsabcs-engineering.github.io/foundry-hosted-agents-fsi/evaluation-guide.html
Lab: https://devopsabcs-engineering.github.io/foundry-hosted-agents-fsi/labs/lab-19-evaluation-engineering
Dataset: https://devopsabcs-engineering.github.io/foundry-hosted-agents-fsi/assets/datasets/portal-practice-en-CA.jsonl
Deck: https://devopsabcs-engineering.github.io/foundry-hosted-agents-fsi/assets/decks/foundry-evaluation-engineering-en.pptx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46888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Desjardins Bilingual Hosted Agents Workshop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E4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Hands-on: a synthetic auto-insurance quote-preparation agent with a deterministic calculator and a mandatory employee-approval gate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1 / 20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Foundations, Hosted Demo, Native Showcase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00 — Setup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01 — Fixtures and Schema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02 — The Deterministic Calculator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03 — Approval Repository and State Machine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04 — The Application MCP Server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05 — The Rulebook MCP Server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06 — The LangGraph Agent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07 — Run the Agent End to End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08 — Evaluation Suite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09 — Local Cleanup, Retained Azure Demo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Labs 10-14: controlled pilot surfaces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Labs 15-18: isolated native showcase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19: evaluation engineering deep lab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Desjardins Bilingual Hosted Agents Workshop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2 / 20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00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Setup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a Python virtual environment for the workshop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Install dependencies for the calculator, the approval repository, both MCP servers, and the agent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the existing pytest suites as a sanity check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Locate the synthetic-only, non-binding disclosure repeated in every lab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Desjardins Bilingual Hosted Agents Workshop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3 / 20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Fixtures and Schema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Describe the five synthetic fixtures and the calculation status each produces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Explain the schema’s if/then/else rules tying status to amountCents and issues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Explain the rule tying workflow state to approvedRevision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 every fixture against the JSON Schema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Desjardins Bilingual Hosted Agents Workshop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4 / 20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Deterministic Calculator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 calculate_quote’s resolution order in apps/workshop/calculator.py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State the four calculation statuses the calculator can return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 a new test case and confirm it passes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Prove a rulebook lookup miss never produces an invented amount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Desjardins Bilingual Hosted Agents Workshop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5 / 20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Approval Repository and State Machine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Describe the DRAFT, PENDING_REVIEW, APPROVED, REJECTED state machine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Explain why a reviewer can never be the same person who prepared a case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Trigger and catch a SelfApprovalError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revising a decided case resets it to DRAFT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Desjardins Bilingual Hosted Agents Workshop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6 / 20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04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Application MCP Server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Explain why application-server runs independently, with no shared runtime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it exposes exactly one tool: get_application(fixture_id)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 the server and query it for a known and an unknown fixture ID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no write-capable tool is exposed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Desjardins Bilingual Hosted Agents Workshop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7 / 20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05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Rulebook MCP Server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Explain why rulebook-server runs independently, with no shared runtime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it exposes exactly one tool: get_rulebook(rulebook_id)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 the server and query it for the pinned rulebook and an unknown one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Explain the WORKSHOP_AUTHORS_ONLY authority marker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Desjardins Bilingual Hosted Agents Workshop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8 / 20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06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LangGraph Agent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 the three sequential stages: intake, reference lookup, composition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Explain the supervisor’s routing rule and its invalid-case short-circuit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Explain why toolbox.py calls MCP tools in-process, not over a client session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the agent never calls approve, reject, or revise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Desjardins Bilingual Hosted Agents Workshop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9 / 20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07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the Agent End to End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the CLI end to end against a fixture, with no Azure call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the applicant message never includes an amount or reviewer-only field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as the human reviewer directly against ApprovalRepository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an invalid case reference produces a bounded rejection message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Desjardins Bilingual Hosted Agents Workshop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10 / 20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08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Evaluation Suite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Locate the paired EN/FR golden dataset and the deterministic evaluation gate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 the seven check categories the gate is designed to cover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the evaluation gate against this project’s implementation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a small deterministic arithmetic check of your own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Desjardins Bilingual Hosted Agents Workshop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11 / 20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09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Cleanup, Retained Azure Demo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any MCP server process started in Labs 04-05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Remove any on-disk approval-repository state you created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local curriculum does not itself provision Azure resources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Keep the restored staging and production demo deployed; do not run azd down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Desjardins Bilingual Hosted Agents Workshop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12 / 20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2 / NATIVE FIRST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Lives in Foundry?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Foundry: project, hosted agent identity/version, toolboxes, evaluations and native APIs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Container Apps: chat, reviewer and read-only MCP services remain external to the project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Cosmos DB: auditable business approval state, not a substitute for native memory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Keep the restored demo running; evaluate additions separately before release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Desjardins Bilingual Hosted Agents Workshop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13 / 20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2 / KNOWLEDGE AND SERVICES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Ground the Answer in Real Sources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Native File Search verified: 6 versioned sources, 6 cited EN/FR answers and 2 refusals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retrieval needs neither a new Search service nor an embedding deployment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Native Document Intelligence verified: 8 grounded invoice fields, without new model deployment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IQ/Search integration is separate; no hosted-agent knowledge attachment is claimed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Desjardins Bilingual Hosted Agents Workshop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14 / 20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2 / MEMORY AND SKILLS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Reuse Without Overclaiming Isolation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Inspect actual stored synthetic memory and prove negative cross-scope lookup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memory scope partitions data; it does not authorize the caller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 a project-authored runtime skill; do not call it a Microsoft built-in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Verified: native skill v1 consumed by an isolated Responses runtime, not the hosted agent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Desjardins Bilingual Hosted Agents Workshop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15 / 20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2 / EVALUATE AND INVESTIGATE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Measured Native Evidence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Native generation succeeded: 8 examples downloaded; local fixtures are not a generation job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Built-in retrieval evaluator v15: relevant control 5/5, irrelevant control 1/5 in staging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Both native grounding judges missed a bad control; no quality pass or optimization claimed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Approved native red-team scan failed before scoring; this is not a safety pass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 deterministic stages and policy hashes; never invent LLM tokens or model spans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Desjardins Bilingual Hosted Agents Workshop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16 / 20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2 / ARCHITECTURE DECISION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Compare Natively Before Adding Platforms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Persist evaluator version, source revision, dataset hash, parameters and native run IDs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evaluations compare measured variants; they are not a renamed MLflow service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ML offers MLflow tracking; do not imply a verified Foundry Experiments blade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 Langfuse or Phoenix only for a documented unmet requirement and approved data boundary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Desjardins Bilingual Hosted Agents Workshop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17 / 20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2 / CURRENT EVIDENCE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Verified and Deferred Are Different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Retained quote release: staging v6 and production v7; documentation does not redeploy it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Isolated staging IQ companion v2: 8/8 bilingual checks; production remains unpromoted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Native Content Understanding invoice extraction passed in staging and production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Protocol-only red-team shadow passes offline tests, not native acceptance or scan approval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Desjardins Bilingual Hosted Agents Workshop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18 / 20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19 / EVALUATION ENGINEERING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Continue with the Evaluation Deep Lab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Complete curriculum: local Labs 00-09, pilot 10-14, native 15-18 and evaluation Lab 19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Read-only portal walkthrough: overview, detailed results and three built-in evaluator captures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supplied EN/FR synthetic JSONL controls; uploads and paid submissions need approval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evaluation decks: 37 editable slides per language, with instructor notes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Desjardins Bilingual Hosted Agents Workshop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19 / 20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WRAP-UP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B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Retained, Synthetic Customer Demo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3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fixture, rulebook, and calculator output is synthetic and non-binding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Staging and production are restored; enhancements require separate measured live acceptance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human reviewer, never the agent, decides whether a draft can reach the applicant</a:t>
            </a:r>
            <a:endParaRPr lang="en-US" sz="1500" dirty="0"/>
          </a:p>
          <a:p>
            <a:pPr marL="254000" indent="-254000">
              <a:lnSpc>
                <a:spcPct val="125000"/>
              </a:lnSpc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bilingual step-by-step labs: this deck’s companion GitHub Pages site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27432"/>
          </a:xfrm>
          <a:prstGeom prst="rect">
            <a:avLst/>
          </a:prstGeom>
          <a:solidFill>
            <a:srgbClr val="E1E5E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37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Desjardins Bilingual Hosted Agents Workshop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676"/>
                </a:solidFill>
              </a:rPr>
              <a:t>20 / 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2026-10-23T18:49:44Z</dcterms:created>
  <dcterms:modified xsi:type="dcterms:W3CDTF">2026-10-23T18:49:44Z</dcterms:modified>
</cp:coreProperties>
</file>