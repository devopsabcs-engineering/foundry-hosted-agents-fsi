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donnée, règle et résultat de calcul de cet atelier est synthétique et non contraignant. Aucun organisme de réglementation ni assureur n’a révisé ou approuvé ce contenu.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Livraison conservée 39527950931, tentative 2, source 2c3f13b. IQ staging est fsi-showcase-iq:2, pas l’agent de soumission. Le rôle de requête Search manque pour IQ production. Le scan red team natif approuvé a échoué avant notation; son autorisation ne couvre pas le nouveau clone protocolaire. Travail différé : https://github.com/devopsabcs-engineering/foundry-hosted-agents-fsi/issues/49
Preuves : https://devopsabcs-engineering.github.io/foundry-hosted-agents-fsi/fr/showcase-evidence.html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Prévoir 3 à 4 heures pour dix exercices. Les contrôles synthétiques rédigés ne sont pas des réponses agent capturées. Les captures ne prouvent que l’essai identifié.
Guide : https://devopsabcs-engineering.github.io/foundry-hosted-agents-fsi/fr/evaluation-guide.html
Atelier : https://devopsabcs-engineering.github.io/foundry-hosted-agents-fsi/fr/labs/lab-19-evaluation-engineering
Données : https://devopsabcs-engineering.github.io/foundry-hosted-agents-fsi/assets/datasets/portal-practice-fr-CA.jsonl
Présentation : https://devopsabcs-engineering.github.io/foundry-hosted-agents-fsi/assets/decks/foundry-evaluation-engineering-fr.pptx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46888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bilingue Desjardins sur les agents hébergés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E4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Pratique : un agent synthétique de préparation de soumissions d’assurance auto avec un calculateur déterministe et une étape d’approbation obligatoire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1 / 20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Bases locales, démo hébergée et fonctions natives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00 — Configuration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01 — Données et schéma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02 — Le calculateur déterministe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03 — Dépôt d’approbation et machine à états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04 — Le serveur MCP d’application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05 — Le serveur MCP de référentiel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06 — L’agent LangGraph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07 — Exécuter l’agent de bout en bout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08 — Suite d’évaluation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09 — Nettoyage local, démo Azure conservée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Ateliers 10-14 : pilote contrôlé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Ateliers 15-18 : fonctions natives isolées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19 : évaluation approfondie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bilingue Desjardins sur les agents hébergés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2 / 20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00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Configuration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Créer un environnement virtuel Python pour l’atelier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Installer les dépendances du calculateur, du dépôt d’approbation, des deux serveurs MCP et de l’agent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Exécuter les suites pytest existantes comme vérification de bon fonctionnement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Repérer la mention synthétique et non contraignante répétée dans chaque atelier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bilingue Desjardins sur les agents hébergés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3 / 20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Données et schéma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Décrire les cinq données synthétiques et le statut de calcul que chacune produit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Expliquer les règles if/then/else du schéma liant le statut à amountCents et issues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Expliquer la règle liant l’état de flux de travail à approvedRevision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Valider chaque donnée par rapport au schéma JSON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bilingue Desjardins sur les agents hébergés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4 / 20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calculateur déterministe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Retracer l’ordre de résolution de calculate_quote dans apps/workshop/calculator.py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Énoncer les quatre statuts de calcul possibles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Ajouter un nouveau cas de test et confirmer qu’il réussit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Prouver qu’un référentiel incomplet ne produit jamais un montant inventé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bilingue Desjardins sur les agents hébergés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5 / 20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Dépôt d’approbation et machine à états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Décrire la machine à états DRAFT, PENDING_REVIEW, APPROVED, REJECTED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Expliquer pourquoi un réviseur ne peut jamais être la personne qui a préparé un dossier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Déclencher et intercepter une SelfApprovalError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Confirmer qu’une révision d’un dossier tranché le remet à DRAFT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bilingue Desjardins sur les agents hébergés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6 / 20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serveur MCP d’application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Expliquer pourquoi application-server s’exécute indépendamment, sans exécution partagée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Confirmer qu’il n’expose qu’un seul outil : get_application(fixture_id)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Démarrer le serveur et l’interroger pour un identifiant connu et un identifiant inconnu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Confirmer qu’aucun outil capable d’écriture n’est exposé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bilingue Desjardins sur les agents hébergés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7 / 20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05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serveur MCP de référentiel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Expliquer pourquoi rulebook-server s’exécute indépendamment, sans exécution partagée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Confirmer qu’il n’expose qu’un seul outil : get_rulebook(rulebook_id)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Démarrer le serveur et l’interroger pour le référentiel épinglé et un identifiant inconnu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Expliquer le marqueur d’autorité WORKSHOP_AUTHORS_ONLY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bilingue Desjardins sur les agents hébergés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8 / 20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06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L’agent LangGraph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Nommer les trois étapes séquentielles : accueil, recherche de référence, composition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Expliquer la règle de routage du superviseur et son court-circuit pour un cas invalide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Expliquer pourquoi toolbox.py appelle les outils MCP en processus, pas via une session client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Confirmer que l’agent n’appelle jamais approve, reject ou revise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bilingue Desjardins sur les agents hébergés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9 / 20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07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Exécuter l’agent de bout en bout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Exécuter l’interface en ligne de commande sur une donnée, sans appel à Azure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Confirmer que le message au demandeur ne contient jamais un montant ou un champ réviseur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Agir comme réviseur humain directement contre ApprovalRepository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Confirmer qu’une référence invalide produit un message de refus borné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bilingue Desjardins sur les agents hébergés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10 / 20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08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Suite d’évaluation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Repérer le jeu de données de référence bilingue et la porte d’évaluation déterministe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Nommer les sept catégories de vérification que la porte doit couvrir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Exécuter la porte d’évaluation contre l’implémentation de ce projet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Écrire votre propre petite vérification arithmétique déterministe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bilingue Desjardins sur les agents hébergés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11 / 20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09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Nettoyage local, démo Azure conservée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Arrêter tout processus de serveur MCP démarré aux ateliers 04-05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Retirer tout état sur disque créé pour le dépôt d’approbation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parcours local ne provisionne pas lui-même de ressources Azure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Conserver la démo restaurée en staging et production ; ne pas lancer azd down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bilingue Desjardins sur les agents hébergés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12 / 20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2 / NATIF EN PREMIER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 trouve-t-on dans Foundry 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: projet, identité/version de l’agent, toolboxes, évaluations et API natives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Container Apps : clavardage, révision et MCP restent externes au projet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Cosmos DB : état métier auditable des approbations, distinct de la mémoire native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Conserver la démo restaurée ; évaluer les ajouts séparément avant publication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bilingue Desjardins sur les agents hébergés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13 / 20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2 / CONNAISSANCES ET SERVICES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Ancrer la réponse dans les sources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 Search natif vérifié : 6 sources versionnées, 6 réponses EN/FR citées et 2 refus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récupération gérée ne demande ni nouveau Search ni déploiement d’embedding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 Intelligence natif vérifié : 8 champs de facture ancrés, sans nouveau modèle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IQ/Search reste distinct ; aucune connexion à l’agent hébergé n’est affirmée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bilingue Desjardins sur les agents hébergés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14 / 20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2 / MÉMOIRE ET COMPÉTENCES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Réutiliser sans surestimer l’isolation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Inspecter la mémoire synthétique réelle et tester l’absence dans un autre scope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scope partitionne les données ; il n’autorise pas l’appelant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Enregistrer une compétence de projet, sans la présenter comme intégrée par Microsoft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Vérifié : compétence native v1 consommée par Responses isolé, pas par l’agent hébergé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bilingue Desjardins sur les agents hébergés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15 / 20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2 / ÉVALUER ET INVESTIGUER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 preuves natives mesurées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Génération native réussie : 8 exemples téléchargés ; une donnée locale n’est pas un job natif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Évaluateur retrieval intégré v15 : contexte pertinent 5/5, non pertinent 1/5 en staging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deux juges d’ancrage ont manqué le contrôle erroné ; ni succès qualité ni gain affirmé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scan red team natif approuvé a échoué avant notation ; aucun succès sécurité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Tracer les étapes déterministes et le hachage ; ne pas inventer de jetons ou d’appels LLM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bilingue Desjardins sur les agents hébergés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16 / 20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2 / DÉCISION D’ARCHITECTURE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Comparer nativement avant d’ajouter une plateforme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Conserver version d’évaluateur, révision Git, hachage des données, paramètres et ID natifs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évaluations comparent des variantes ; ce n’est pas un service MLflow renommé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ML offre MLflow ; aucun écran Experiments Foundry équivalent n’est confirmé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Ajouter Langfuse ou Phoenix seulement pour un écart mesuré et une frontière approuvée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bilingue Desjardins sur les agents hébergés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17 / 20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2 / PREUVES ACTUELLES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Vérifié et différé restent distincts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Livraison conservée : staging v6 et production v7 ; la documentation ne la redéploie pas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Compagnon IQ staging v2 isolé : 8/8 contrôles bilingues ; production non promue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Extraction de facture Content Understanding native réussie en staging et production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Clone red team protocolaire testé hors ligne, sans acceptation native ni autorisation de scan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bilingue Desjardins sur les agents hébergés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18 / 20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19 / INGÉNIERIE DES ÉVALUATIONS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Poursuivre avec l’atelier d’évaluation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 complet : bases 00-09, pilote 10-14, natif 15-18 et évaluation à l’Atelier 19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Portail en lecture seule : vue d’ensemble, résultats et trois évaluateurs intégrés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Contrôles JSONL synthétiques EN/FR fournis ; téléversement et soumission payante à autoriser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Présentations d’évaluation distinctes : 37 diapositives modifiables par langue et notes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bilingue Desjardins sur les agents hébergés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19 / 20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démo client synthétique conservée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donnée, règle et résultat de calcul est synthétique et non contraignant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Staging et production sont restaurés ; les ajouts nécessitent des preuves réelles distinctes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personne réviseure humaine, jamais l’agent, décide si une ébauche peut atteindre le demandeur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Ateliers complets, bilingues, pas à pas : le site GitHub Pages compagnon de ce deck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Atelier bilingue Desjardins sur les agents hébergés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20 / 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2026-10-23T18:49:44Z</dcterms:created>
  <dcterms:modified xsi:type="dcterms:W3CDTF">2026-10-23T18:49:44Z</dcterms:modified>
</cp:coreProperties>
</file>